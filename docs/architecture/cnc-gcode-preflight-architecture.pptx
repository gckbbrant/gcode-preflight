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88145b1eb44fb" /><Relationship Type="http://schemas.openxmlformats.org/officeDocument/2006/relationships/extended-properties" Target="/docProps/app.xml" Id="R0919ea0f44994768" /><Relationship Type="http://schemas.openxmlformats.org/officeDocument/2006/relationships/officeDocument" Target="/ppt/presentation.xml" Id="Re19d6756aea6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60a216f7b4ff7"/>
  </p:sldMasterIdLst>
  <p:notesMasterIdLst>
    <p:notesMasterId xmlns:r="http://schemas.openxmlformats.org/officeDocument/2006/relationships" r:id="R61fea1eb77b44f91"/>
  </p:notesMasterIdLst>
  <p:sldIdLst>
    <p:sldId xmlns:r="http://schemas.openxmlformats.org/officeDocument/2006/relationships" id="256" r:id="R6680f4b657e240e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659fedbf9e41dd" /><Relationship Type="http://schemas.openxmlformats.org/officeDocument/2006/relationships/slideMaster" Target="/ppt/slideMasters/slideMaster1.xml" Id="R68c60a216f7b4ff7" /><Relationship Type="http://schemas.openxmlformats.org/officeDocument/2006/relationships/notesMaster" Target="/ppt/notesMasters/notesMaster1.xml" Id="R61fea1eb77b44f91" /><Relationship Type="http://schemas.openxmlformats.org/officeDocument/2006/relationships/presProps" Target="/ppt/presProps.xml" Id="R8f6949205d8e420a" /><Relationship Type="http://schemas.openxmlformats.org/officeDocument/2006/relationships/tableStyles" Target="/ppt/tableStyles.xml" Id="R67eb58be041b443d" /><Relationship Type="http://schemas.openxmlformats.org/officeDocument/2006/relationships/slide" Target="/ppt/slides/slide1.xml" Id="R6680f4b657e2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cf025d10f40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42c94dc78c4d6d" /><Relationship Type="http://schemas.openxmlformats.org/officeDocument/2006/relationships/notesMaster" Target="/ppt/notesMasters/notesMaster1.xml" Id="R2363e8f5d823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the repository's implemented MoonBit modules: lexer.mbt, modal.mbt, geometry.mbt, timing.mbt, model.mbt, and cmd/main. The core analysis remains pure logic. PASS, FAIL, and INCOMPLETE are mutually meaningful states; unsupported or ambiguous semantics cannot pass. The diagram describes implemented scope and does not claim machine safety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8e5e964da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12478ec3a4708" /><Relationship Type="http://schemas.openxmlformats.org/officeDocument/2006/relationships/slideLayout" Target="/ppt/slideLayouts/slideLayout1.xml" Id="R9db5d9e7ad28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b5d9e7ad28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c278783de41e3" /><Relationship Type="http://schemas.openxmlformats.org/officeDocument/2006/relationships/notesSlide" Target="/ppt/notesSlides/notesSlide1.xml" Id="R0b97aa76ffe7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eyebrow">
            <a:extLst xmlns:a="http://schemas.openxmlformats.org/drawingml/2006/main">
              <a:ext uri="{FF2B5EF4-FFF2-40B4-BE49-F238E27FC236}">
                <a16:creationId xmlns:a16="http://schemas.microsoft.com/office/drawing/2014/main" id="{0E854C46-8CDB-4E27-8C53-4D24DDE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738E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AA405B-64C3-4620-A3E0-73926FFC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4F"/>
                </a:solidFill>
                <a:latin typeface="Microsoft YaHei"/>
                <a:ea typeface="Microsoft YaHei"/>
                <a:cs typeface="Microsoft YaHei"/>
              </a:rPr>
              <a:t>CNC G-code 预检器架构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6B1D5D4-0B02-450B-95FE-6D975FA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9675"/>
            <a:ext cx="1285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从程序与机床配置到可追溯的行程诊断、时间估算和可视化结果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DCAF8EC-65AE-448F-ADAE-E9057E3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B"/>
            </a:solidFill>
            <a:prstDash val="solid"/>
          </a:ln>
        </p:spPr>
      </p:sp>
      <p:sp>
        <p:nvSpPr>
          <p:cNvPr id="5" name="input-layer-label">
            <a:extLst xmlns:a="http://schemas.openxmlformats.org/drawingml/2006/main">
              <a:ext uri="{FF2B5EF4-FFF2-40B4-BE49-F238E27FC236}">
                <a16:creationId xmlns:a16="http://schemas.microsoft.com/office/drawing/2014/main" id="{53371759-C506-4D2A-B661-3D570FF2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73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5738E"/>
                </a:solidFill>
                <a:latin typeface="Microsoft YaHei"/>
                <a:ea typeface="Microsoft YaHei"/>
                <a:cs typeface="Microsoft YaHei"/>
              </a:rPr>
              <a:t>输入与接口层</a:t>
            </a:r>
          </a:p>
        </p:txBody>
      </p:sp>
      <p:sp>
        <p:nvSpPr>
          <p:cNvPr id="6" name="program-input-surface">
            <a:extLst xmlns:a="http://schemas.openxmlformats.org/drawingml/2006/main">
              <a:ext uri="{FF2B5EF4-FFF2-40B4-BE49-F238E27FC236}">
                <a16:creationId xmlns:a16="http://schemas.microsoft.com/office/drawing/2014/main" id="{63195447-236A-4203-84BB-F3DE8F4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7" name="program-input-accent">
            <a:extLst xmlns:a="http://schemas.openxmlformats.org/drawingml/2006/main">
              <a:ext uri="{FF2B5EF4-FFF2-40B4-BE49-F238E27FC236}">
                <a16:creationId xmlns:a16="http://schemas.microsoft.com/office/drawing/2014/main" id="{E143C06D-8D46-4E96-A6F2-87002850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gram-input-title">
            <a:extLst xmlns:a="http://schemas.openxmlformats.org/drawingml/2006/main">
              <a:ext uri="{FF2B5EF4-FFF2-40B4-BE49-F238E27FC236}">
                <a16:creationId xmlns:a16="http://schemas.microsoft.com/office/drawing/2014/main" id="{1D8D9148-D42C-419D-82E1-3BA123D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542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9" name="program-input-body">
            <a:extLst xmlns:a="http://schemas.openxmlformats.org/drawingml/2006/main">
              <a:ext uri="{FF2B5EF4-FFF2-40B4-BE49-F238E27FC236}">
                <a16:creationId xmlns:a16="http://schemas.microsoft.com/office/drawing/2014/main" id="{F62E4166-3C93-4572-AF94-0BFA5E3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669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G-code 程序  .nc / .tap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MachineProfile  行程 · 偏置 · 轴约束</a:t>
            </a:r>
          </a:p>
        </p:txBody>
      </p:sp>
      <p:sp>
        <p:nvSpPr>
          <p:cNvPr id="10" name="native-cli-surface">
            <a:extLst xmlns:a="http://schemas.openxmlformats.org/drawingml/2006/main">
              <a:ext uri="{FF2B5EF4-FFF2-40B4-BE49-F238E27FC236}">
                <a16:creationId xmlns:a16="http://schemas.microsoft.com/office/drawing/2014/main" id="{EABEEFED-AD64-448D-97B8-7E9A3EEA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11" name="native-cli-accent">
            <a:extLst xmlns:a="http://schemas.openxmlformats.org/drawingml/2006/main">
              <a:ext uri="{FF2B5EF4-FFF2-40B4-BE49-F238E27FC236}">
                <a16:creationId xmlns:a16="http://schemas.microsoft.com/office/drawing/2014/main" id="{B187F57B-32F2-4B4D-BD14-74DBFA85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ative-cli-title">
            <a:extLst xmlns:a="http://schemas.openxmlformats.org/drawingml/2006/main">
              <a:ext uri="{FF2B5EF4-FFF2-40B4-BE49-F238E27FC236}">
                <a16:creationId xmlns:a16="http://schemas.microsoft.com/office/drawing/2014/main" id="{91C1DFEB-0CCE-4864-92EF-E66AD9FA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33600"/>
            <a:ext cx="542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原生 CLI  ·  cmd/main</a:t>
            </a:r>
          </a:p>
        </p:txBody>
      </p:sp>
      <p:sp>
        <p:nvSpPr>
          <p:cNvPr id="13" name="native-cli-body">
            <a:extLst xmlns:a="http://schemas.openxmlformats.org/drawingml/2006/main">
              <a:ext uri="{FF2B5EF4-FFF2-40B4-BE49-F238E27FC236}">
                <a16:creationId xmlns:a16="http://schemas.microsoft.com/office/drawing/2014/main" id="{459612E1-2321-47A0-8ECC-CD4F727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669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argparse 接收文件与选项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调用 analyze(program, profile) 并写出结果</a:t>
            </a:r>
          </a:p>
        </p:txBody>
      </p:sp>
      <p:sp>
        <p:nvSpPr>
          <p:cNvPr id="14" name="input-to-cli-shaft">
            <a:extLst xmlns:a="http://schemas.openxmlformats.org/drawingml/2006/main">
              <a:ext uri="{FF2B5EF4-FFF2-40B4-BE49-F238E27FC236}">
                <a16:creationId xmlns:a16="http://schemas.microsoft.com/office/drawing/2014/main" id="{17855F9F-E585-457F-887B-A56BEEBB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183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94AE"/>
            </a:solidFill>
            <a:prstDash val="solid"/>
          </a:ln>
        </p:spPr>
      </p:sp>
      <p:sp>
        <p:nvSpPr>
          <p:cNvPr id="15" name="input-to-cli-head">
            <a:extLst xmlns:a="http://schemas.openxmlformats.org/drawingml/2006/main">
              <a:ext uri="{FF2B5EF4-FFF2-40B4-BE49-F238E27FC236}">
                <a16:creationId xmlns:a16="http://schemas.microsoft.com/office/drawing/2014/main" id="{F2367C43-52A4-4011-8493-94AA476F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01063" y="24241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94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onbit-analysis-core">
            <a:extLst xmlns:a="http://schemas.openxmlformats.org/drawingml/2006/main">
              <a:ext uri="{FF2B5EF4-FFF2-40B4-BE49-F238E27FC236}">
                <a16:creationId xmlns:a16="http://schemas.microsoft.com/office/drawing/2014/main" id="{08BC95D9-7A3B-4CF5-AC59-BE2493A4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14058900" cy="361950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D9E4EC"/>
            </a:solidFill>
            <a:prstDash val="solid"/>
          </a:ln>
        </p:spPr>
      </p:sp>
      <p:sp>
        <p:nvSpPr>
          <p:cNvPr id="17" name="core-title">
            <a:extLst xmlns:a="http://schemas.openxmlformats.org/drawingml/2006/main">
              <a:ext uri="{FF2B5EF4-FFF2-40B4-BE49-F238E27FC236}">
                <a16:creationId xmlns:a16="http://schemas.microsoft.com/office/drawing/2014/main" id="{DA81A0BF-3F35-4738-9B59-C2CFBC9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8"/>
                </a:solidFill>
                <a:latin typeface="Microsoft YaHei"/>
                <a:ea typeface="Microsoft YaHei"/>
                <a:cs typeface="Microsoft YaHei"/>
              </a:rPr>
              <a:t>MoonBit 分析核心  ·  analyze(program, profile)</a:t>
            </a:r>
          </a:p>
        </p:txBody>
      </p:sp>
      <p:sp>
        <p:nvSpPr>
          <p:cNvPr id="18" name="core-note">
            <a:extLst xmlns:a="http://schemas.openxmlformats.org/drawingml/2006/main">
              <a:ext uri="{FF2B5EF4-FFF2-40B4-BE49-F238E27FC236}">
                <a16:creationId xmlns:a16="http://schemas.microsoft.com/office/drawing/2014/main" id="{551D6E44-B599-4E57-8D14-EE2A2C3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24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84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8498"/>
                </a:solidFill>
                <a:latin typeface="Microsoft YaHei"/>
                <a:ea typeface="Microsoft YaHei"/>
                <a:cs typeface="Microsoft YaHei"/>
              </a:rPr>
              <a:t>纯逻辑分析路径</a:t>
            </a:r>
          </a:p>
        </p:txBody>
      </p:sp>
      <p:sp>
        <p:nvSpPr>
          <p:cNvPr id="19" name="lexer-to-modal-shaft">
            <a:extLst xmlns:a="http://schemas.openxmlformats.org/drawingml/2006/main">
              <a:ext uri="{FF2B5EF4-FFF2-40B4-BE49-F238E27FC236}">
                <a16:creationId xmlns:a16="http://schemas.microsoft.com/office/drawing/2014/main" id="{F3ACD17F-48DC-4A2F-87F2-9B9CD50B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869A"/>
            </a:solidFill>
            <a:prstDash val="solid"/>
          </a:ln>
        </p:spPr>
      </p:sp>
      <p:sp>
        <p:nvSpPr>
          <p:cNvPr id="20" name="lexer-to-modal-head">
            <a:extLst xmlns:a="http://schemas.openxmlformats.org/drawingml/2006/main">
              <a:ext uri="{FF2B5EF4-FFF2-40B4-BE49-F238E27FC236}">
                <a16:creationId xmlns:a16="http://schemas.microsoft.com/office/drawing/2014/main" id="{B71C4322-6003-4392-91AA-EBF1857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71938" y="4367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8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odal-to-geometry-shaft">
            <a:extLst xmlns:a="http://schemas.openxmlformats.org/drawingml/2006/main">
              <a:ext uri="{FF2B5EF4-FFF2-40B4-BE49-F238E27FC236}">
                <a16:creationId xmlns:a16="http://schemas.microsoft.com/office/drawing/2014/main" id="{A5E0E444-0562-4B79-8FDB-6C0D53F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869A"/>
            </a:solidFill>
            <a:prstDash val="solid"/>
          </a:ln>
        </p:spPr>
      </p:sp>
      <p:sp>
        <p:nvSpPr>
          <p:cNvPr id="22" name="modal-to-geometry-head">
            <a:extLst xmlns:a="http://schemas.openxmlformats.org/drawingml/2006/main">
              <a:ext uri="{FF2B5EF4-FFF2-40B4-BE49-F238E27FC236}">
                <a16:creationId xmlns:a16="http://schemas.microsoft.com/office/drawing/2014/main" id="{E0C09D25-BE8F-40EC-9C91-EBCC961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58063" y="4367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8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eometry-to-timing-shaft">
            <a:extLst xmlns:a="http://schemas.openxmlformats.org/drawingml/2006/main">
              <a:ext uri="{FF2B5EF4-FFF2-40B4-BE49-F238E27FC236}">
                <a16:creationId xmlns:a16="http://schemas.microsoft.com/office/drawing/2014/main" id="{D0875A87-17A7-459F-8D83-53138847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869A"/>
            </a:solidFill>
            <a:prstDash val="solid"/>
          </a:ln>
        </p:spPr>
      </p:sp>
      <p:sp>
        <p:nvSpPr>
          <p:cNvPr id="24" name="geometry-to-timing-head">
            <a:extLst xmlns:a="http://schemas.openxmlformats.org/drawingml/2006/main">
              <a:ext uri="{FF2B5EF4-FFF2-40B4-BE49-F238E27FC236}">
                <a16:creationId xmlns:a16="http://schemas.microsoft.com/office/drawing/2014/main" id="{4F36920B-5338-411F-B2B5-BD260CD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977563" y="4367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8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eometry-report-drop">
            <a:extLst xmlns:a="http://schemas.openxmlformats.org/drawingml/2006/main">
              <a:ext uri="{FF2B5EF4-FFF2-40B4-BE49-F238E27FC236}">
                <a16:creationId xmlns:a16="http://schemas.microsoft.com/office/drawing/2014/main" id="{7B440147-EDF0-49C2-89DE-AF0B6D23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006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CAD"/>
            </a:solidFill>
            <a:prstDash val="solid"/>
          </a:ln>
        </p:spPr>
      </p:sp>
      <p:sp>
        <p:nvSpPr>
          <p:cNvPr id="26" name="timing-report-drop">
            <a:extLst xmlns:a="http://schemas.openxmlformats.org/drawingml/2006/main">
              <a:ext uri="{FF2B5EF4-FFF2-40B4-BE49-F238E27FC236}">
                <a16:creationId xmlns:a16="http://schemas.microsoft.com/office/drawing/2014/main" id="{E34ED3CE-4D3B-40DA-8025-A7482EB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0006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CAD"/>
            </a:solidFill>
            <a:prstDash val="solid"/>
          </a:ln>
        </p:spPr>
      </p:sp>
      <p:sp>
        <p:nvSpPr>
          <p:cNvPr id="27" name="report-feed-trunk">
            <a:extLst xmlns:a="http://schemas.openxmlformats.org/drawingml/2006/main">
              <a:ext uri="{FF2B5EF4-FFF2-40B4-BE49-F238E27FC236}">
                <a16:creationId xmlns:a16="http://schemas.microsoft.com/office/drawing/2014/main" id="{EB3F7FCC-C899-4181-BF84-3CF8D160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CAD"/>
            </a:solidFill>
            <a:prstDash val="solid"/>
          </a:ln>
        </p:spPr>
      </p:sp>
      <p:sp>
        <p:nvSpPr>
          <p:cNvPr id="28" name="report-feed-arrow-shaft">
            <a:extLst xmlns:a="http://schemas.openxmlformats.org/drawingml/2006/main">
              <a:ext uri="{FF2B5EF4-FFF2-40B4-BE49-F238E27FC236}">
                <a16:creationId xmlns:a16="http://schemas.microsoft.com/office/drawing/2014/main" id="{E71399D4-F2F9-4E10-A0AD-2D7D523E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CAD"/>
            </a:solidFill>
            <a:prstDash val="solid"/>
          </a:ln>
        </p:spPr>
      </p:sp>
      <p:sp>
        <p:nvSpPr>
          <p:cNvPr id="29" name="report-feed-arrow-head">
            <a:extLst xmlns:a="http://schemas.openxmlformats.org/drawingml/2006/main">
              <a:ext uri="{FF2B5EF4-FFF2-40B4-BE49-F238E27FC236}">
                <a16:creationId xmlns:a16="http://schemas.microsoft.com/office/drawing/2014/main" id="{76CCE24B-8026-4B9A-B083-1EFA25C7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58088" y="53197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B9C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xer-surface">
            <a:extLst xmlns:a="http://schemas.openxmlformats.org/drawingml/2006/main">
              <a:ext uri="{FF2B5EF4-FFF2-40B4-BE49-F238E27FC236}">
                <a16:creationId xmlns:a16="http://schemas.microsoft.com/office/drawing/2014/main" id="{8E48B603-8B1C-43F6-8A94-D338E0EC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31" name="lexer-accent">
            <a:extLst xmlns:a="http://schemas.openxmlformats.org/drawingml/2006/main">
              <a:ext uri="{FF2B5EF4-FFF2-40B4-BE49-F238E27FC236}">
                <a16:creationId xmlns:a16="http://schemas.microsoft.com/office/drawing/2014/main" id="{0C499A35-61BD-43CD-A16B-6954D5B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exer-title">
            <a:extLst xmlns:a="http://schemas.openxmlformats.org/drawingml/2006/main">
              <a:ext uri="{FF2B5EF4-FFF2-40B4-BE49-F238E27FC236}">
                <a16:creationId xmlns:a16="http://schemas.microsoft.com/office/drawing/2014/main" id="{D1E14465-1485-4DFB-ACFC-F7F7022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词法解析</a:t>
            </a:r>
          </a:p>
        </p:txBody>
      </p:sp>
      <p:sp>
        <p:nvSpPr>
          <p:cNvPr id="33" name="lexer-body">
            <a:extLst xmlns:a="http://schemas.openxmlformats.org/drawingml/2006/main">
              <a:ext uri="{FF2B5EF4-FFF2-40B4-BE49-F238E27FC236}">
                <a16:creationId xmlns:a16="http://schemas.microsoft.com/office/drawing/2014/main" id="{6A1E5F30-EC9F-4B48-B6A6-E1D6CA3C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14825"/>
            <a:ext cx="238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注释 / 紧凑字词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代码 → 有行号的块</a:t>
            </a:r>
          </a:p>
        </p:txBody>
      </p:sp>
      <p:sp>
        <p:nvSpPr>
          <p:cNvPr id="34" name="lexer-source-tag">
            <a:extLst xmlns:a="http://schemas.openxmlformats.org/drawingml/2006/main">
              <a:ext uri="{FF2B5EF4-FFF2-40B4-BE49-F238E27FC236}">
                <a16:creationId xmlns:a16="http://schemas.microsoft.com/office/drawing/2014/main" id="{F7D357D7-0347-4D6C-BDB9-C95B6DE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52875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exer-source-tag-text">
            <a:extLst xmlns:a="http://schemas.openxmlformats.org/drawingml/2006/main">
              <a:ext uri="{FF2B5EF4-FFF2-40B4-BE49-F238E27FC236}">
                <a16:creationId xmlns:a16="http://schemas.microsoft.com/office/drawing/2014/main" id="{5DBD61A2-D0EF-4A6E-87AB-608C93B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52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7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7DAB"/>
                </a:solidFill>
                <a:latin typeface="Microsoft YaHei"/>
                <a:ea typeface="Microsoft YaHei"/>
                <a:cs typeface="Microsoft YaHei"/>
              </a:rPr>
              <a:t>lexer.mbt</a:t>
            </a:r>
          </a:p>
        </p:txBody>
      </p:sp>
      <p:sp>
        <p:nvSpPr>
          <p:cNvPr id="36" name="modal-surface">
            <a:extLst xmlns:a="http://schemas.openxmlformats.org/drawingml/2006/main">
              <a:ext uri="{FF2B5EF4-FFF2-40B4-BE49-F238E27FC236}">
                <a16:creationId xmlns:a16="http://schemas.microsoft.com/office/drawing/2014/main" id="{9FCE7551-A6DE-4716-A05E-7F3B052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37" name="modal-accent">
            <a:extLst xmlns:a="http://schemas.openxmlformats.org/drawingml/2006/main">
              <a:ext uri="{FF2B5EF4-FFF2-40B4-BE49-F238E27FC236}">
                <a16:creationId xmlns:a16="http://schemas.microsoft.com/office/drawing/2014/main" id="{771085A4-7B5C-45D1-8C47-FD767676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odal-title">
            <a:extLst xmlns:a="http://schemas.openxmlformats.org/drawingml/2006/main">
              <a:ext uri="{FF2B5EF4-FFF2-40B4-BE49-F238E27FC236}">
                <a16:creationId xmlns:a16="http://schemas.microsoft.com/office/drawing/2014/main" id="{5DF17E4D-9062-4237-AFE3-7962846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模态状态</a:t>
            </a:r>
          </a:p>
        </p:txBody>
      </p:sp>
      <p:sp>
        <p:nvSpPr>
          <p:cNvPr id="39" name="modal-body">
            <a:extLst xmlns:a="http://schemas.openxmlformats.org/drawingml/2006/main">
              <a:ext uri="{FF2B5EF4-FFF2-40B4-BE49-F238E27FC236}">
                <a16:creationId xmlns:a16="http://schemas.microsoft.com/office/drawing/2014/main" id="{2FB5C34B-4E51-4E33-B627-C724329C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14825"/>
            <a:ext cx="238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单位 · 坐标 · 平面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进给 / 偏置 / 补偿模式</a:t>
            </a:r>
          </a:p>
        </p:txBody>
      </p:sp>
      <p:sp>
        <p:nvSpPr>
          <p:cNvPr id="40" name="modal-source-tag">
            <a:extLst xmlns:a="http://schemas.openxmlformats.org/drawingml/2006/main">
              <a:ext uri="{FF2B5EF4-FFF2-40B4-BE49-F238E27FC236}">
                <a16:creationId xmlns:a16="http://schemas.microsoft.com/office/drawing/2014/main" id="{F071B5F3-D201-4AEB-B3EE-8566EAA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52875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odal-source-tag-text">
            <a:extLst xmlns:a="http://schemas.openxmlformats.org/drawingml/2006/main">
              <a:ext uri="{FF2B5EF4-FFF2-40B4-BE49-F238E27FC236}">
                <a16:creationId xmlns:a16="http://schemas.microsoft.com/office/drawing/2014/main" id="{4365072F-4C18-4653-8137-EBFD4AA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52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7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7DAB"/>
                </a:solidFill>
                <a:latin typeface="Microsoft YaHei"/>
                <a:ea typeface="Microsoft YaHei"/>
                <a:cs typeface="Microsoft YaHei"/>
              </a:rPr>
              <a:t>modal.mbt</a:t>
            </a:r>
          </a:p>
        </p:txBody>
      </p:sp>
      <p:sp>
        <p:nvSpPr>
          <p:cNvPr id="42" name="geometry-surface">
            <a:extLst xmlns:a="http://schemas.openxmlformats.org/drawingml/2006/main">
              <a:ext uri="{FF2B5EF4-FFF2-40B4-BE49-F238E27FC236}">
                <a16:creationId xmlns:a16="http://schemas.microsoft.com/office/drawing/2014/main" id="{0A46B268-638C-4B10-BF65-2BF9BB9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31908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43" name="geometry-accent">
            <a:extLst xmlns:a="http://schemas.openxmlformats.org/drawingml/2006/main">
              <a:ext uri="{FF2B5EF4-FFF2-40B4-BE49-F238E27FC236}">
                <a16:creationId xmlns:a16="http://schemas.microsoft.com/office/drawing/2014/main" id="{51C32C86-B6CF-4FAA-B951-2E3CE06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eometry-title">
            <a:extLst xmlns:a="http://schemas.openxmlformats.org/drawingml/2006/main">
              <a:ext uri="{FF2B5EF4-FFF2-40B4-BE49-F238E27FC236}">
                <a16:creationId xmlns:a16="http://schemas.microsoft.com/office/drawing/2014/main" id="{FF43D90A-747C-472E-AE00-812782E3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81450"/>
            <a:ext cx="2714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几何与行程</a:t>
            </a:r>
          </a:p>
        </p:txBody>
      </p:sp>
      <p:sp>
        <p:nvSpPr>
          <p:cNvPr id="45" name="geometry-body">
            <a:extLst xmlns:a="http://schemas.openxmlformats.org/drawingml/2006/main">
              <a:ext uri="{FF2B5EF4-FFF2-40B4-BE49-F238E27FC236}">
                <a16:creationId xmlns:a16="http://schemas.microsoft.com/office/drawing/2014/main" id="{4C26EA00-E7FF-4AE3-8D0F-C95FD4B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1482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直线 / XY 圆弧 / 螺旋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机床坐标 · 越界诊断</a:t>
            </a:r>
          </a:p>
        </p:txBody>
      </p:sp>
      <p:sp>
        <p:nvSpPr>
          <p:cNvPr id="46" name="geometry-source-tag">
            <a:extLst xmlns:a="http://schemas.openxmlformats.org/drawingml/2006/main">
              <a:ext uri="{FF2B5EF4-FFF2-40B4-BE49-F238E27FC236}">
                <a16:creationId xmlns:a16="http://schemas.microsoft.com/office/drawing/2014/main" id="{26C0B08A-D818-44B5-957F-9E934856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52875"/>
            <a:ext cx="1238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eometry-source-tag-text">
            <a:extLst xmlns:a="http://schemas.openxmlformats.org/drawingml/2006/main">
              <a:ext uri="{FF2B5EF4-FFF2-40B4-BE49-F238E27FC236}">
                <a16:creationId xmlns:a16="http://schemas.microsoft.com/office/drawing/2014/main" id="{5AE94D17-D16A-4884-BC03-E59F32A9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528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8B83"/>
                </a:solidFill>
                <a:latin typeface="Microsoft YaHei"/>
                <a:ea typeface="Microsoft YaHei"/>
                <a:cs typeface="Microsoft YaHei"/>
              </a:rPr>
              <a:t>geometry.mbt</a:t>
            </a:r>
          </a:p>
        </p:txBody>
      </p:sp>
      <p:sp>
        <p:nvSpPr>
          <p:cNvPr id="48" name="timing-surface">
            <a:extLst xmlns:a="http://schemas.openxmlformats.org/drawingml/2006/main">
              <a:ext uri="{FF2B5EF4-FFF2-40B4-BE49-F238E27FC236}">
                <a16:creationId xmlns:a16="http://schemas.microsoft.com/office/drawing/2014/main" id="{31F322DB-10AF-405A-896C-F2193D8B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5762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49" name="timing-accent">
            <a:extLst xmlns:a="http://schemas.openxmlformats.org/drawingml/2006/main">
              <a:ext uri="{FF2B5EF4-FFF2-40B4-BE49-F238E27FC236}">
                <a16:creationId xmlns:a16="http://schemas.microsoft.com/office/drawing/2014/main" id="{864996C6-A7B7-4FEB-BFB7-E2EB770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57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iming-title">
            <a:extLst xmlns:a="http://schemas.openxmlformats.org/drawingml/2006/main">
              <a:ext uri="{FF2B5EF4-FFF2-40B4-BE49-F238E27FC236}">
                <a16:creationId xmlns:a16="http://schemas.microsoft.com/office/drawing/2014/main" id="{4B66BA14-FAA3-4585-9AA7-D16C75F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9814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周期估算</a:t>
            </a:r>
          </a:p>
        </p:txBody>
      </p:sp>
      <p:sp>
        <p:nvSpPr>
          <p:cNvPr id="51" name="timing-body">
            <a:extLst xmlns:a="http://schemas.openxmlformats.org/drawingml/2006/main">
              <a:ext uri="{FF2B5EF4-FFF2-40B4-BE49-F238E27FC236}">
                <a16:creationId xmlns:a16="http://schemas.microsoft.com/office/drawing/2014/main" id="{63599320-ECD7-442C-92FC-FBC03342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14825"/>
            <a:ext cx="266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G0 / 进给 / 暂停 / 换刀</a:t>
            </a:r>
          </a:p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可选轴速度与加速度约束</a:t>
            </a:r>
          </a:p>
        </p:txBody>
      </p:sp>
      <p:sp>
        <p:nvSpPr>
          <p:cNvPr id="52" name="timing-source-tag">
            <a:extLst xmlns:a="http://schemas.openxmlformats.org/drawingml/2006/main">
              <a:ext uri="{FF2B5EF4-FFF2-40B4-BE49-F238E27FC236}">
                <a16:creationId xmlns:a16="http://schemas.microsoft.com/office/drawing/2014/main" id="{D62F1F8E-6F87-43B2-9DE4-DA73F258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952875"/>
            <a:ext cx="1066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iming-source-tag-text">
            <a:extLst xmlns:a="http://schemas.openxmlformats.org/drawingml/2006/main">
              <a:ext uri="{FF2B5EF4-FFF2-40B4-BE49-F238E27FC236}">
                <a16:creationId xmlns:a16="http://schemas.microsoft.com/office/drawing/2014/main" id="{A0729A1B-678C-43A7-BED0-431DB2C3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9528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8B83"/>
                </a:solidFill>
                <a:latin typeface="Microsoft YaHei"/>
                <a:ea typeface="Microsoft YaHei"/>
                <a:cs typeface="Microsoft YaHei"/>
              </a:rPr>
              <a:t>timing.mbt</a:t>
            </a:r>
          </a:p>
        </p:txBody>
      </p:sp>
      <p:sp>
        <p:nvSpPr>
          <p:cNvPr id="54" name="analysis-report-surface">
            <a:extLst xmlns:a="http://schemas.openxmlformats.org/drawingml/2006/main">
              <a:ext uri="{FF2B5EF4-FFF2-40B4-BE49-F238E27FC236}">
                <a16:creationId xmlns:a16="http://schemas.microsoft.com/office/drawing/2014/main" id="{9CFB27C1-74F1-4243-893C-D3770380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91150"/>
            <a:ext cx="619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55" name="analysis-report-accent">
            <a:extLst xmlns:a="http://schemas.openxmlformats.org/drawingml/2006/main">
              <a:ext uri="{FF2B5EF4-FFF2-40B4-BE49-F238E27FC236}">
                <a16:creationId xmlns:a16="http://schemas.microsoft.com/office/drawing/2014/main" id="{39161E7E-D24E-4184-A8A1-2207EF7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911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analysis-report-title">
            <a:extLst xmlns:a="http://schemas.openxmlformats.org/drawingml/2006/main">
              <a:ext uri="{FF2B5EF4-FFF2-40B4-BE49-F238E27FC236}">
                <a16:creationId xmlns:a16="http://schemas.microsoft.com/office/drawing/2014/main" id="{C0E993CB-CE1D-40EE-97D8-587C446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14975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AnalysisReport  ·  可追溯分析结果</a:t>
            </a:r>
          </a:p>
        </p:txBody>
      </p:sp>
      <p:sp>
        <p:nvSpPr>
          <p:cNvPr id="57" name="analysis-report-body">
            <a:extLst xmlns:a="http://schemas.openxmlformats.org/drawingml/2006/main">
              <a:ext uri="{FF2B5EF4-FFF2-40B4-BE49-F238E27FC236}">
                <a16:creationId xmlns:a16="http://schemas.microsoft.com/office/drawing/2014/main" id="{5A75C64E-066F-4491-AF72-08F8361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483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状态 / 完整性 / 源行诊断 / 刀路段 / 距离与估算时间</a:t>
            </a:r>
          </a:p>
        </p:txBody>
      </p:sp>
      <p:sp>
        <p:nvSpPr>
          <p:cNvPr id="58" name="analysis-report-source-tag">
            <a:extLst xmlns:a="http://schemas.openxmlformats.org/drawingml/2006/main">
              <a:ext uri="{FF2B5EF4-FFF2-40B4-BE49-F238E27FC236}">
                <a16:creationId xmlns:a16="http://schemas.microsoft.com/office/drawing/2014/main" id="{F4A36C0E-9CA8-4ABE-BD74-B5EE4D3F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8640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nalysis-report-source-tag-text">
            <a:extLst xmlns:a="http://schemas.openxmlformats.org/drawingml/2006/main">
              <a:ext uri="{FF2B5EF4-FFF2-40B4-BE49-F238E27FC236}">
                <a16:creationId xmlns:a16="http://schemas.microsoft.com/office/drawing/2014/main" id="{CD218E17-4AC4-452E-A2EB-3D1B13A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86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45C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45CB1"/>
                </a:solidFill>
                <a:latin typeface="Microsoft YaHei"/>
                <a:ea typeface="Microsoft YaHei"/>
                <a:cs typeface="Microsoft YaHei"/>
              </a:rPr>
              <a:t>model.mbt</a:t>
            </a:r>
          </a:p>
        </p:txBody>
      </p:sp>
      <p:sp>
        <p:nvSpPr>
          <p:cNvPr id="60" name="cli-output-surface">
            <a:extLst xmlns:a="http://schemas.openxmlformats.org/drawingml/2006/main">
              <a:ext uri="{FF2B5EF4-FFF2-40B4-BE49-F238E27FC236}">
                <a16:creationId xmlns:a16="http://schemas.microsoft.com/office/drawing/2014/main" id="{7B544742-5206-4799-B84B-A8BF4050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40957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61" name="cli-output-accent">
            <a:extLst xmlns:a="http://schemas.openxmlformats.org/drawingml/2006/main">
              <a:ext uri="{FF2B5EF4-FFF2-40B4-BE49-F238E27FC236}">
                <a16:creationId xmlns:a16="http://schemas.microsoft.com/office/drawing/2014/main" id="{D922A1C8-40CE-4761-8117-4BE590A1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li-output-title">
            <a:extLst xmlns:a="http://schemas.openxmlformats.org/drawingml/2006/main">
              <a:ext uri="{FF2B5EF4-FFF2-40B4-BE49-F238E27FC236}">
                <a16:creationId xmlns:a16="http://schemas.microsoft.com/office/drawing/2014/main" id="{82AB4FEB-14FF-4B8D-B656-9C4FC95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29475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CLI 摘要</a:t>
            </a:r>
          </a:p>
        </p:txBody>
      </p:sp>
      <p:sp>
        <p:nvSpPr>
          <p:cNvPr id="63" name="cli-output-body">
            <a:extLst xmlns:a="http://schemas.openxmlformats.org/drawingml/2006/main">
              <a:ext uri="{FF2B5EF4-FFF2-40B4-BE49-F238E27FC236}">
                <a16:creationId xmlns:a16="http://schemas.microsoft.com/office/drawing/2014/main" id="{CD6B0C98-A157-46DA-8683-C3F0329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62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终端状态与诊断</a:t>
            </a:r>
          </a:p>
        </p:txBody>
      </p:sp>
      <p:sp>
        <p:nvSpPr>
          <p:cNvPr id="64" name="json-output-surface">
            <a:extLst xmlns:a="http://schemas.openxmlformats.org/drawingml/2006/main">
              <a:ext uri="{FF2B5EF4-FFF2-40B4-BE49-F238E27FC236}">
                <a16:creationId xmlns:a16="http://schemas.microsoft.com/office/drawing/2014/main" id="{483148CA-EA02-421B-ADE1-5F954D94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105650"/>
            <a:ext cx="40957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65" name="json-output-accent">
            <a:extLst xmlns:a="http://schemas.openxmlformats.org/drawingml/2006/main">
              <a:ext uri="{FF2B5EF4-FFF2-40B4-BE49-F238E27FC236}">
                <a16:creationId xmlns:a16="http://schemas.microsoft.com/office/drawing/2014/main" id="{B74C0B3E-3055-4E1E-B078-07DCFCAE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105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json-output-title">
            <a:extLst xmlns:a="http://schemas.openxmlformats.org/drawingml/2006/main">
              <a:ext uri="{FF2B5EF4-FFF2-40B4-BE49-F238E27FC236}">
                <a16:creationId xmlns:a16="http://schemas.microsoft.com/office/drawing/2014/main" id="{50CDB320-990A-4FB6-BE02-7A2DB3C2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29475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JSON 报告</a:t>
            </a:r>
          </a:p>
        </p:txBody>
      </p:sp>
      <p:sp>
        <p:nvSpPr>
          <p:cNvPr id="67" name="json-output-body">
            <a:extLst xmlns:a="http://schemas.openxmlformats.org/drawingml/2006/main">
              <a:ext uri="{FF2B5EF4-FFF2-40B4-BE49-F238E27FC236}">
                <a16:creationId xmlns:a16="http://schemas.microsoft.com/office/drawing/2014/main" id="{7D619A43-8812-4A82-8B7B-059A18C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562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机器可读结果</a:t>
            </a:r>
          </a:p>
        </p:txBody>
      </p:sp>
      <p:sp>
        <p:nvSpPr>
          <p:cNvPr id="68" name="svg-output-surface">
            <a:extLst xmlns:a="http://schemas.openxmlformats.org/drawingml/2006/main">
              <a:ext uri="{FF2B5EF4-FFF2-40B4-BE49-F238E27FC236}">
                <a16:creationId xmlns:a16="http://schemas.microsoft.com/office/drawing/2014/main" id="{7463F360-F895-498D-981C-A619407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40957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69" name="svg-output-accent">
            <a:extLst xmlns:a="http://schemas.openxmlformats.org/drawingml/2006/main">
              <a:ext uri="{FF2B5EF4-FFF2-40B4-BE49-F238E27FC236}">
                <a16:creationId xmlns:a16="http://schemas.microsoft.com/office/drawing/2014/main" id="{CF0E49B7-FB2C-4696-B031-2030229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vg-output-title">
            <a:extLst xmlns:a="http://schemas.openxmlformats.org/drawingml/2006/main">
              <a:ext uri="{FF2B5EF4-FFF2-40B4-BE49-F238E27FC236}">
                <a16:creationId xmlns:a16="http://schemas.microsoft.com/office/drawing/2014/main" id="{61CBA3B6-DC2C-4674-B386-27121247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229475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44F"/>
                </a:solidFill>
                <a:latin typeface="Microsoft YaHei"/>
                <a:ea typeface="Microsoft YaHei"/>
                <a:cs typeface="Microsoft YaHei"/>
              </a:rPr>
              <a:t>SVG 刀路图</a:t>
            </a:r>
          </a:p>
        </p:txBody>
      </p:sp>
      <p:sp>
        <p:nvSpPr>
          <p:cNvPr id="71" name="svg-output-body">
            <a:extLst xmlns:a="http://schemas.openxmlformats.org/drawingml/2006/main">
              <a:ext uri="{FF2B5EF4-FFF2-40B4-BE49-F238E27FC236}">
                <a16:creationId xmlns:a16="http://schemas.microsoft.com/office/drawing/2014/main" id="{AF6865B1-4D5A-448C-B01A-F97CD671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562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7386"/>
                </a:solidFill>
                <a:latin typeface="Microsoft YaHei"/>
                <a:ea typeface="Microsoft YaHei"/>
                <a:cs typeface="Microsoft YaHei"/>
              </a:rPr>
              <a:t>XY 行程框 · 移动类型 · 越界标记</a:t>
            </a:r>
          </a:p>
        </p:txBody>
      </p:sp>
      <p:sp>
        <p:nvSpPr>
          <p:cNvPr id="72" name="report-output-drop">
            <a:extLst xmlns:a="http://schemas.openxmlformats.org/drawingml/2006/main">
              <a:ext uri="{FF2B5EF4-FFF2-40B4-BE49-F238E27FC236}">
                <a16:creationId xmlns:a16="http://schemas.microsoft.com/office/drawing/2014/main" id="{BBDF5191-A2B1-4FB4-A4F1-2A53BCE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57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294BF"/>
            </a:solidFill>
            <a:prstDash val="solid"/>
          </a:ln>
        </p:spPr>
      </p:sp>
      <p:sp>
        <p:nvSpPr>
          <p:cNvPr id="73" name="output-branch">
            <a:extLst xmlns:a="http://schemas.openxmlformats.org/drawingml/2006/main">
              <a:ext uri="{FF2B5EF4-FFF2-40B4-BE49-F238E27FC236}">
                <a16:creationId xmlns:a16="http://schemas.microsoft.com/office/drawing/2014/main" id="{B403CF54-AE50-49DE-8FD2-8D78BBFB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9056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294BF"/>
            </a:solidFill>
            <a:prstDash val="solid"/>
          </a:ln>
        </p:spPr>
      </p:sp>
      <p:sp>
        <p:nvSpPr>
          <p:cNvPr id="74" name="output-1-arrow-shaft">
            <a:extLst xmlns:a="http://schemas.openxmlformats.org/drawingml/2006/main">
              <a:ext uri="{FF2B5EF4-FFF2-40B4-BE49-F238E27FC236}">
                <a16:creationId xmlns:a16="http://schemas.microsoft.com/office/drawing/2014/main" id="{F83DA1DC-C6FE-4745-B33D-E40C8E39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9056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294BF"/>
            </a:solidFill>
            <a:prstDash val="solid"/>
          </a:ln>
        </p:spPr>
      </p:sp>
      <p:sp>
        <p:nvSpPr>
          <p:cNvPr id="75" name="output-1-arrow-head">
            <a:extLst xmlns:a="http://schemas.openxmlformats.org/drawingml/2006/main">
              <a:ext uri="{FF2B5EF4-FFF2-40B4-BE49-F238E27FC236}">
                <a16:creationId xmlns:a16="http://schemas.microsoft.com/office/drawing/2014/main" id="{582FFF8B-3D7E-4F92-8138-DCC49DAE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47963" y="7034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29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output-2-arrow-shaft">
            <a:extLst xmlns:a="http://schemas.openxmlformats.org/drawingml/2006/main">
              <a:ext uri="{FF2B5EF4-FFF2-40B4-BE49-F238E27FC236}">
                <a16:creationId xmlns:a16="http://schemas.microsoft.com/office/drawing/2014/main" id="{92A57DBB-5001-44D6-93C8-E85771D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9056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294BF"/>
            </a:solidFill>
            <a:prstDash val="solid"/>
          </a:ln>
        </p:spPr>
      </p:sp>
      <p:sp>
        <p:nvSpPr>
          <p:cNvPr id="77" name="output-2-arrow-head">
            <a:extLst xmlns:a="http://schemas.openxmlformats.org/drawingml/2006/main">
              <a:ext uri="{FF2B5EF4-FFF2-40B4-BE49-F238E27FC236}">
                <a16:creationId xmlns:a16="http://schemas.microsoft.com/office/drawing/2014/main" id="{E42FA1E5-70E2-4375-A90F-4A4C7D50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58088" y="7034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29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output-3-arrow-shaft">
            <a:extLst xmlns:a="http://schemas.openxmlformats.org/drawingml/2006/main">
              <a:ext uri="{FF2B5EF4-FFF2-40B4-BE49-F238E27FC236}">
                <a16:creationId xmlns:a16="http://schemas.microsoft.com/office/drawing/2014/main" id="{F157D171-E24E-4C97-9281-3EE4979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9056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294BF"/>
            </a:solidFill>
            <a:prstDash val="solid"/>
          </a:ln>
        </p:spPr>
      </p:sp>
      <p:sp>
        <p:nvSpPr>
          <p:cNvPr id="79" name="output-3-arrow-head">
            <a:extLst xmlns:a="http://schemas.openxmlformats.org/drawingml/2006/main">
              <a:ext uri="{FF2B5EF4-FFF2-40B4-BE49-F238E27FC236}">
                <a16:creationId xmlns:a16="http://schemas.microsoft.com/office/drawing/2014/main" id="{05BA89AF-31A7-4A1C-B92F-E4D4CBE8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368213" y="70342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29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ss-status">
            <a:extLst xmlns:a="http://schemas.openxmlformats.org/drawingml/2006/main">
              <a:ext uri="{FF2B5EF4-FFF2-40B4-BE49-F238E27FC236}">
                <a16:creationId xmlns:a16="http://schemas.microsoft.com/office/drawing/2014/main" id="{AE5BCEF5-A526-4C2C-8BA5-9C9E9619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4000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ss-status-label">
            <a:extLst xmlns:a="http://schemas.openxmlformats.org/drawingml/2006/main">
              <a:ext uri="{FF2B5EF4-FFF2-40B4-BE49-F238E27FC236}">
                <a16:creationId xmlns:a16="http://schemas.microsoft.com/office/drawing/2014/main" id="{37D6F119-025C-4081-A7DA-5945169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581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7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7454"/>
                </a:solidFill>
                <a:latin typeface="Microsoft YaHei"/>
                <a:ea typeface="Microsoft YaHei"/>
                <a:cs typeface="Microsoft YaHei"/>
              </a:rPr>
              <a:t>PASS  完整且无确定违规</a:t>
            </a:r>
          </a:p>
        </p:txBody>
      </p:sp>
      <p:sp>
        <p:nvSpPr>
          <p:cNvPr id="82" name="fail-status">
            <a:extLst xmlns:a="http://schemas.openxmlformats.org/drawingml/2006/main">
              <a:ext uri="{FF2B5EF4-FFF2-40B4-BE49-F238E27FC236}">
                <a16:creationId xmlns:a16="http://schemas.microsoft.com/office/drawing/2014/main" id="{2AE95D07-2845-4901-BB3D-B7341A6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058150"/>
            <a:ext cx="4572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E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fail-status-label">
            <a:extLst xmlns:a="http://schemas.openxmlformats.org/drawingml/2006/main">
              <a:ext uri="{FF2B5EF4-FFF2-40B4-BE49-F238E27FC236}">
                <a16:creationId xmlns:a16="http://schemas.microsoft.com/office/drawing/2014/main" id="{873FE383-E1BE-4331-8775-1DD5D0E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0581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3D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43D39"/>
                </a:solidFill>
                <a:latin typeface="Microsoft YaHei"/>
                <a:ea typeface="Microsoft YaHei"/>
                <a:cs typeface="Microsoft YaHei"/>
              </a:rPr>
              <a:t>FAIL  支持范围内的确定错误</a:t>
            </a:r>
          </a:p>
        </p:txBody>
      </p:sp>
      <p:sp>
        <p:nvSpPr>
          <p:cNvPr id="84" name="incomplete-status">
            <a:extLst xmlns:a="http://schemas.openxmlformats.org/drawingml/2006/main">
              <a:ext uri="{FF2B5EF4-FFF2-40B4-BE49-F238E27FC236}">
                <a16:creationId xmlns:a16="http://schemas.microsoft.com/office/drawing/2014/main" id="{7DE04B6B-7216-4DBC-BEB1-4127A5C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58150"/>
            <a:ext cx="4572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incomplete-status-label">
            <a:extLst xmlns:a="http://schemas.openxmlformats.org/drawingml/2006/main">
              <a:ext uri="{FF2B5EF4-FFF2-40B4-BE49-F238E27FC236}">
                <a16:creationId xmlns:a16="http://schemas.microsoft.com/office/drawing/2014/main" id="{8086279F-9FD3-4522-9BB1-336F377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80581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46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6316"/>
                </a:solidFill>
                <a:latin typeface="Microsoft YaHei"/>
                <a:ea typeface="Microsoft YaHei"/>
                <a:cs typeface="Microsoft YaHei"/>
              </a:rPr>
              <a:t>INCOMPLETE  未知语义不予放行</a:t>
            </a:r>
          </a:p>
        </p:txBody>
      </p:sp>
    </p:spTree>
    <p:extLst>
      <p:ext uri="{BB962C8B-B14F-4D97-AF65-F5344CB8AC3E}">
        <p14:creationId xmlns:p14="http://schemas.microsoft.com/office/powerpoint/2010/main" val="94531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2026-09-28T07:27:35.9000000Z</dcterms:created>
  <dcterms:modified xsi:type="dcterms:W3CDTF">2026-09-28T07:27:35.9010000Z</dcterms:modified>
</coreProperties>
</file>